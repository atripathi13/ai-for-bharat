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  <p:sldMasterId id="2147483665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embeddedFontLst>
    <p:embeddedFont>
      <p:font typeface="Impact" panose="020B0806030902050204" pitchFamily="34" charset="0"/>
      <p:regular r:id="rId20"/>
    </p:embeddedFont>
    <p:embeddedFont>
      <p:font typeface="Lexend" panose="020B0604020202020204" charset="0"/>
      <p:regular r:id="rId21"/>
      <p:bold r:id="rId22"/>
    </p:embeddedFont>
    <p:embeddedFont>
      <p:font typeface="Lexend SemiBold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5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4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de89a168d_2_34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bde89a168d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de89a168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de89a168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de89a168d_2_39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bde89a168d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de89a168d_2_43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bde89a168d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de89a168d_2_47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bde89a168d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de89a168d_2_51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bde89a168d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de89a168d_2_55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bde89a168d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de89a168d_2_59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3bde89a168d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de89a168d_2_63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bde89a168d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e89a168d_2_67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bde89a168d_2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de89a168d_2_71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bde89a168d_2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de89a168d_2_75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bde89a168d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de89a168d_2_79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bde89a168d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de89a168d_2_83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bde89a168d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de89a168d_2_87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bde89a168d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de89a168d_2_91:notes"/>
          <p:cNvSpPr txBox="1">
            <a:spLocks noGrp="1"/>
          </p:cNvSpPr>
          <p:nvPr>
            <p:ph type="body" idx="1"/>
          </p:nvPr>
        </p:nvSpPr>
        <p:spPr>
          <a:xfrm>
            <a:off x="685790" y="4343395"/>
            <a:ext cx="5486387" cy="41147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bde89a168d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4949" y="685783"/>
            <a:ext cx="5748760" cy="342897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/>
        </p:nvSpPr>
        <p:spPr>
          <a:xfrm>
            <a:off x="1383838" y="4639325"/>
            <a:ext cx="7081800" cy="9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434343"/>
                </a:solidFill>
              </a:rPr>
              <a:t>Team: AT-On The Go….         Leader: Akshat Tripathi</a:t>
            </a:r>
            <a:endParaRPr sz="1800" b="1" dirty="0">
              <a:solidFill>
                <a:srgbClr val="434343"/>
              </a:solidFill>
            </a:endParaRPr>
          </a:p>
        </p:txBody>
      </p:sp>
      <p:sp>
        <p:nvSpPr>
          <p:cNvPr id="89" name="Google Shape;89;p19"/>
          <p:cNvSpPr txBox="1"/>
          <p:nvPr/>
        </p:nvSpPr>
        <p:spPr>
          <a:xfrm>
            <a:off x="7226325" y="4639325"/>
            <a:ext cx="1796400" cy="429600"/>
          </a:xfrm>
          <a:prstGeom prst="rect">
            <a:avLst/>
          </a:prstGeom>
          <a:solidFill>
            <a:srgbClr val="F3F4E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4E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6535875" y="132900"/>
            <a:ext cx="1262700" cy="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Media partner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9"/>
          <p:cNvSpPr txBox="1"/>
          <p:nvPr/>
        </p:nvSpPr>
        <p:spPr>
          <a:xfrm>
            <a:off x="7527000" y="77525"/>
            <a:ext cx="1617000" cy="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00"/>
                </a:solidFill>
                <a:latin typeface="Impact"/>
                <a:ea typeface="Impact"/>
                <a:cs typeface="Impact"/>
                <a:sym typeface="Impact"/>
              </a:rPr>
              <a:t>YOURSTORY</a:t>
            </a:r>
            <a:endParaRPr sz="1800">
              <a:solidFill>
                <a:srgbClr val="99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92" name="Google Shape;92;p19" title="download.jpg"/>
          <p:cNvPicPr preferRelativeResize="0"/>
          <p:nvPr/>
        </p:nvPicPr>
        <p:blipFill rotWithShape="1">
          <a:blip r:embed="rId4">
            <a:alphaModFix/>
          </a:blip>
          <a:srcRect l="16247" t="34319" r="17139" b="35206"/>
          <a:stretch/>
        </p:blipFill>
        <p:spPr>
          <a:xfrm>
            <a:off x="7754250" y="472563"/>
            <a:ext cx="799200" cy="27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6535875" y="472575"/>
            <a:ext cx="16947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Innovation partner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E35B08-DA70-3138-2FE9-2C3872A0B6FA}"/>
              </a:ext>
            </a:extLst>
          </p:cNvPr>
          <p:cNvSpPr txBox="1"/>
          <p:nvPr/>
        </p:nvSpPr>
        <p:spPr>
          <a:xfrm>
            <a:off x="1266824" y="387600"/>
            <a:ext cx="676275" cy="307777"/>
          </a:xfrm>
          <a:prstGeom prst="rect">
            <a:avLst/>
          </a:prstGeom>
          <a:solidFill>
            <a:srgbClr val="F4F5E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ED0D5B-B5F7-08AC-F2A5-EB19F1B7C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387" y="330338"/>
            <a:ext cx="561975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EE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/>
        </p:nvSpPr>
        <p:spPr>
          <a:xfrm>
            <a:off x="2331400" y="891525"/>
            <a:ext cx="4702800" cy="10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dirty="0">
                <a:solidFill>
                  <a:srgbClr val="2A3742"/>
                </a:solidFill>
                <a:latin typeface="Aptos Display" panose="020B0004020202020204" pitchFamily="34" charset="0"/>
                <a:ea typeface="Impact"/>
                <a:cs typeface="Impact"/>
                <a:sym typeface="Impact"/>
              </a:rPr>
              <a:t>Problem Statement:</a:t>
            </a:r>
            <a:endParaRPr sz="3500" b="1" dirty="0">
              <a:solidFill>
                <a:srgbClr val="2A3742"/>
              </a:solidFill>
              <a:latin typeface="Aptos Display" panose="020B0004020202020204" pitchFamily="34" charset="0"/>
              <a:ea typeface="Impact"/>
              <a:cs typeface="Impact"/>
              <a:sym typeface="Impact"/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1064800" y="2353725"/>
            <a:ext cx="7236000" cy="29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dirty="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Build an AI-powered solution that enhances decision-making, efficiency, or user experience across retail, commerce, and marketplace ecosystems.</a:t>
            </a:r>
            <a:endParaRPr sz="2500" dirty="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rgbClr val="434343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1156687" y="1666575"/>
            <a:ext cx="6882413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993F1C"/>
                </a:solidFill>
                <a:latin typeface="Calibri"/>
                <a:ea typeface="Calibri"/>
                <a:cs typeface="Calibri"/>
                <a:sym typeface="Calibri"/>
              </a:rPr>
              <a:t>PROFESSIONAL TRACK : AI for Retail, Commerce &amp; Market Intelligence</a:t>
            </a:r>
            <a:endParaRPr sz="1800" b="1" dirty="0">
              <a:solidFill>
                <a:srgbClr val="993F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454458"/>
          </a:xfrm>
          <a:prstGeom prst="rect">
            <a:avLst/>
          </a:prstGeom>
          <a:noFill/>
          <a:ln>
            <a:noFill/>
          </a:ln>
          <a:effectLst>
            <a:outerShdw blurRad="85725" dist="66675" dir="6000000" algn="bl" rotWithShape="0">
              <a:srgbClr val="434343">
                <a:alpha val="8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</Words>
  <Application>Microsoft Office PowerPoint</Application>
  <PresentationFormat>On-screen Show (16:9)</PresentationFormat>
  <Paragraphs>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Calibri</vt:lpstr>
      <vt:lpstr>Arial</vt:lpstr>
      <vt:lpstr>Impact</vt:lpstr>
      <vt:lpstr>Lexend SemiBold</vt:lpstr>
      <vt:lpstr>Aptos Display</vt:lpstr>
      <vt:lpstr>Lexend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Akshat Tripathi</dc:creator>
  <cp:lastModifiedBy>Akshat Tripathi</cp:lastModifiedBy>
  <cp:revision>3</cp:revision>
  <dcterms:modified xsi:type="dcterms:W3CDTF">2026-01-25T11:10:33Z</dcterms:modified>
</cp:coreProperties>
</file>